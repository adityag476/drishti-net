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0722B"/>
                </a:solidFill>
                <a:latin typeface="Segoe UI"/>
              </a:rPr>
              <a:t>KLA i4C HACKATHON  ·  PROBLEM STATEMENT PS01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7772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Drishti</a:t>
            </a:r>
            <a:r>
              <a:rPr sz="4400" b="1" i="0">
                <a:solidFill>
                  <a:srgbClr val="E0722B"/>
                </a:solidFill>
                <a:latin typeface="Segoe UI"/>
              </a:rPr>
              <a:t>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777240"/>
            <a:ext cx="21031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3000" b="0" i="0">
                <a:solidFill>
                  <a:srgbClr val="E0722B"/>
                </a:solidFill>
                <a:latin typeface="Nirmala UI"/>
              </a:rPr>
              <a:t>दृष्टि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9EEF4"/>
                </a:solidFill>
                <a:latin typeface="Segoe UI"/>
              </a:rPr>
              <a:t>Adaptive, degradation-aware restoration of degraded semiconductor inspection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743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TEAM DETAILS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090672"/>
          <a:ext cx="7040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8346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Member name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Role in team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Focus area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Name 1 ]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Lead architect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Model design, training runs, experiment ladder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Name 2 ]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Data / loss engineer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Degradation engine, FabLoss, Day-0 audit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Name 3 ]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Deployment &amp; benchmarking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eval.py, FP16/ONNX, timing harness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AFB9C4"/>
                          </a:solidFill>
                          <a:latin typeface="Segoe UI"/>
                        </a:rPr>
                        <a:t>[ Name 4 ]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E3741"/>
                          </a:solidFill>
                          <a:latin typeface="Segoe UI"/>
                        </a:rPr>
                        <a:t>Validation &amp; narrative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A6470"/>
                          </a:solidFill>
                          <a:latin typeface="Segoe UI"/>
                        </a:rPr>
                        <a:t>Metric suite, LODO, visuals, deck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183879" y="3090672"/>
            <a:ext cx="3456432" cy="242316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246120"/>
            <a:ext cx="310896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Registration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3741"/>
                </a:solidFill>
                <a:latin typeface="Segoe UI"/>
              </a:rPr>
              <a:t>Team name: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team name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3741"/>
                </a:solidFill>
                <a:latin typeface="Segoe UI"/>
              </a:rPr>
              <a:t>College: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institute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3741"/>
                </a:solidFill>
                <a:latin typeface="Segoe UI"/>
              </a:rPr>
              <a:t>City: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city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3741"/>
                </a:solidFill>
                <a:latin typeface="Segoe UI"/>
              </a:rPr>
              <a:t>Contact: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email / phone ]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3741"/>
                </a:solidFill>
                <a:latin typeface="Segoe UI"/>
              </a:rPr>
              <a:t>Track: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KLA — PS01 (image restoration)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806440"/>
            <a:ext cx="10817352" cy="566928"/>
          </a:xfrm>
          <a:prstGeom prst="roundRect">
            <a:avLst/>
          </a:prstGeom>
          <a:solidFill>
            <a:srgbClr val="FB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925312"/>
            <a:ext cx="1042416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Submission format:  </a:t>
            </a:r>
            <a:r>
              <a:rPr sz="1050" b="0" i="0">
                <a:solidFill>
                  <a:srgbClr val="2E3741"/>
                </a:solidFill>
                <a:latin typeface="Segoe UI"/>
              </a:rPr>
              <a:t>PDF, file name  TeamName_KLA_PS01  ·  9 slides (this deck)  ·  public GitHub repo linked on slide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Problem statement —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AI-based restoration of degraded images for semiconductor inspection (KLA, PS01)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212080" cy="4297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One pixel can hide a defect.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Inspection images drive pass/fail decisions at every fab stage; a speckle spike or a lost line edge can mask a killer defect and ship a bad die.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Real inspection images arrive degraded.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Random speckle, a soft Gaussian haze, and 2× downsampling (512²→256², 256²→128²) jointly destroy signal. These losses occur together, not one at a time.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Engineers currently just live with it.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Every fab pays for degraded data in escapes and re-measurements. Restoration that recovers the true image is direct yield value.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•  The catch: the test set is out-of-distribution.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  Winning requires generalizing to unseen image sources — and doing it fast enough to inline with fab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3328" y="1435607"/>
            <a:ext cx="50292" cy="10789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417320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Speckle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9928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Random, grainy, multiplicative — pushes pixels BEYOND the true intensity range.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Denoise without blurring away real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807208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2916936"/>
            <a:ext cx="50292" cy="1078992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Gaussian degradation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91256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Soft, hazy, edges lose sharpness — blur and/or additive noise.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Restore edge sharpness; no ringing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288536"/>
            <a:ext cx="5650992" cy="12984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398264"/>
            <a:ext cx="50292" cy="1078992"/>
          </a:xfrm>
          <a:prstGeom prst="rect">
            <a:avLst/>
          </a:prstGeom>
          <a:solidFill>
            <a:srgbClr val="1C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4379976"/>
            <a:ext cx="528523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2× resolution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2584"/>
            <a:ext cx="52578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512²→256² or 256²→128² downsampled; fine detail gone.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Must fix:  </a:t>
            </a:r>
            <a:r>
              <a:rPr sz="1000" b="0" i="0">
                <a:solidFill>
                  <a:srgbClr val="5A6470"/>
                </a:solidFill>
                <a:latin typeface="Segoe UI"/>
              </a:rPr>
              <a:t>Reconstruct missing detail while upscaling 2×.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06440"/>
            <a:ext cx="11091672" cy="640080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88736"/>
            <a:ext cx="1069848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E0722B"/>
                </a:solidFill>
                <a:latin typeface="Segoe UI"/>
              </a:rPr>
              <a:t>The trap designed into this PS:  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degraded intensities can exceed the ground-truth range. Any pipeline that clips or min-max normalizes destroys exactly the information it was asked to protect.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Idea description — read it, restore it, protect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One model. One forward pass. All three degradations handled jointly.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091672" cy="1298448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10058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“DRISHTI-Net reads the corruption before repairing it: a degradation encoder — supervised by ground-truth parameters from a 10,000-variant synthetic degradation engine — modulates a NAFNet backbone so every layer adapts its filter strength to the damage it sees, while a defect-weighted loss protects the edges semiconductor inspection depends 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1 · Read the corruption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Tiny CNN encodes the input into a 64-d latent z — an implicit fingerprint of the degradation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Auxiliary head is supervised with the true σ-speckle, σ-blur and kernel used to build each training pair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Result: adaptivity that is trained, verifiable, and demo-able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2 · Restore adaptively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z modulates every NAFBlock via FiLM (scale + shift): noise-heavy → stronger denoise, blur-heavy → stronger deblur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One joint pass does denoise + deblur + 2× super-resolution — no cascade, no information loss between stages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PixelShuffle learned upsampling; ~3.5M params, FP16-friendly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852928"/>
            <a:ext cx="3575304" cy="22128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2962656"/>
            <a:ext cx="50292" cy="1993391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944368"/>
            <a:ext cx="3209544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3 · Protect the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246120"/>
            <a:ext cx="32461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Pixel loss weighted by ground-truth edge magnitude — pattern borders get 2–3× optimizer attention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Sobel + frequency losses preserve line edges and periodic grating structures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Deterministic regression, not a generative prior — output is a direct estimate, minimizing the risk of synthesizing unsupported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85232"/>
            <a:ext cx="11091672" cy="960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13248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Deliberately absent:  </a:t>
            </a:r>
            <a:r>
              <a:rPr sz="1100" b="0" i="0">
                <a:solidFill>
                  <a:srgbClr val="2E3741"/>
                </a:solidFill>
                <a:latin typeface="Segoe UI"/>
              </a:rPr>
              <a:t>diffusion / GAN (hallucination risk + fails the latency benchmark), Mixture-of-Experts and hard routing (training instability, branching latency), Mamba/SSM kernels (toolchain risk on a clean benchmark machine).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5A6470"/>
                </a:solidFill>
                <a:latin typeface="Segoe UI"/>
              </a:rPr>
              <a:t>In inspection, a fabricated edge is a false defect and a smoothed scratch is an escape — we chose determinism.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Proposed solution — architecture &amp; training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Supervised degradation conditioning · metric-aligned loss · synthetic OOD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239572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105156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82496"/>
            <a:ext cx="996695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96011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128² / 256²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float32, native range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42516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39112" y="1627632"/>
            <a:ext cx="155448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1682496"/>
            <a:ext cx="149961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Input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2011680"/>
            <a:ext cx="1463039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[x/S , log1p(x/S)]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 channels · no clipping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 fixed on Day 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07308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3904" y="1627632"/>
            <a:ext cx="169164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7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31336" y="1682496"/>
            <a:ext cx="163677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0722B"/>
                </a:solidFill>
                <a:latin typeface="Segoe UI"/>
              </a:rPr>
              <a:t>Degradation 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2011680"/>
            <a:ext cx="160020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3×conv + GAP → z∈R⁶⁴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aux head predicts true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σ-speckle / σ-blur / kernel*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09259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1627632"/>
            <a:ext cx="2514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1682496"/>
            <a:ext cx="2459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22942"/>
                </a:solidFill>
                <a:latin typeface="Segoe UI"/>
              </a:rPr>
              <a:t>FiLM-conditioned NAFNet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2011680"/>
            <a:ext cx="2423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enc [2,2,4] → mid 4 → dec [2,2,2]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SimpleGate + SCA + LayerNorm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FiLM(z) in every block · no BatchNorm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skip-add at 3 scales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34172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0768" y="1627632"/>
            <a:ext cx="137160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682496"/>
            <a:ext cx="1316736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C3A5F"/>
                </a:solidFill>
                <a:latin typeface="Segoe UI"/>
              </a:rPr>
              <a:t>PixelShuffle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011680"/>
            <a:ext cx="1280160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32→128 · shuffle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conv 32→1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+ bilinear global residual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16084" y="2249424"/>
            <a:ext cx="182880" cy="237744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12680" y="1627632"/>
            <a:ext cx="1536192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1682496"/>
            <a:ext cx="1481328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0E7C7B"/>
                </a:solidFill>
                <a:latin typeface="Segoe UI"/>
              </a:rPr>
              <a:t>Restored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011680"/>
            <a:ext cx="1444751" cy="10241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256² / 512²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GT dtype &amp; range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850" b="0" i="0">
                <a:solidFill>
                  <a:srgbClr val="2E3741"/>
                </a:solidFill>
                <a:latin typeface="Segoe UI"/>
              </a:rPr>
              <a:t>exact inversion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200400"/>
            <a:ext cx="10698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* aux head trains the encoder on synthetic pairs only (real KLA pairs carry no degradation labels — masked).  z-modulation is invisible to the benchmark: FiLM adds &lt; 1% latency.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13632"/>
            <a:ext cx="6309360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" y="4023360"/>
            <a:ext cx="50292" cy="2112263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005072"/>
            <a:ext cx="5943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FabLoss — the metrology-aligned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315968"/>
            <a:ext cx="5943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22942"/>
                </a:solidFill>
                <a:latin typeface="Consolas"/>
              </a:rPr>
              <a:t>L  =  L_DW-Charb  +  0.5·(1 − MS-SSIM)  +  0.2·L_Sobel  +  0.1·L_FFT  +  0.05·L_aux (synthetic only)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773168"/>
            <a:ext cx="5943600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DW-Charbonnier — robust pSNR base; pixels near GT edges weigh 1–3× (defect preservation is literal optimization)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MS-SSIM — optimizes the judged metric directly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Sobel edge — locks critical-dimension line edges  ·  FFT-L1 — recovers periodic grating frequency content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aux — supervises the degradation encoder (known synthetic parameters)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1">
                <a:solidFill>
                  <a:srgbClr val="5A6470"/>
                </a:solidFill>
                <a:latin typeface="Segoe UI"/>
              </a:rPr>
              <a:t>Every λ is fixed by our ablation ladder, never assumed.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913632"/>
            <a:ext cx="4599432" cy="23317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04888" y="4023360"/>
            <a:ext cx="50292" cy="2112263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8" y="4005072"/>
            <a:ext cx="423367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Synthetic degradation engine — our OOD weapon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315968"/>
            <a:ext cx="420624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New randomized pair from clean GT every epoch: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Speckle multiplicative — unclipped (may exceed range)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Gaussian blur σ∈[0.5, 2.5]  +  additive noise (both — brief is ambiguous)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Downsample kernel ×4 (bilinear/bicubic/area/lanczos)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Random degradation order  ·  CutBlur  ·  D4 symmetries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Instrument artifacts: scan-line jitter, column banding, edge bloom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 i="1">
                <a:solidFill>
                  <a:srgbClr val="0E7C7B"/>
                </a:solidFill>
                <a:latin typeface="Segoe UI"/>
              </a:rPr>
              <a:t>We learn the degradation process, not the training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Innovation &amp; uniqueness — five claims, each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Novelty that survives cross-examination: every claim pairs with a measured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17904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53896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Supervised implicit degradation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73936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latent fingerprint of the corruption — trained with the true parameters of every synthetic pair, so adaptivity is verifiable, not claimed.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453896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live read-out of estimated σ-speckle / σ-blur / kernel on a degraded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22576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04872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FiLM conditioning — adaptive without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24912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One model that behaves like many: degradation-conditioned scale/shift in all 28 blocks. None of the instability of MoE or cascades.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04872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ablation ladder — Model 2 vs Model 1 ΔpSNR / ΔSSIM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73552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19856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55848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Defect-weighted metrology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75888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Charbonnier weighted by GT edge magnitude (α=2): the optimizer spends capacity on line edges and contours, not flat background.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55848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edge-region pSNR &amp; Edge-SSIM gains, Model 4 vs Model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1672" cy="8412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4370832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06824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Instrument-aware synthetic OOD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26864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10,000+ randomized speckle/blur/kernel/order combinations plus scan-jitter, banding and bloom artifacts of real inspection tools.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306824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LODO benchmark — pSNR on degradation corners never seen in training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75504"/>
            <a:ext cx="11091672" cy="841248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5321808"/>
            <a:ext cx="548640" cy="548640"/>
          </a:xfrm>
          <a:prstGeom prst="ellipse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57800"/>
            <a:ext cx="6949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22942"/>
                </a:solidFill>
                <a:latin typeface="Segoe UI"/>
              </a:rPr>
              <a:t>Deterministic, anti-hallucination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577840"/>
            <a:ext cx="6949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A deterministic reconstruction objective rather than a generative prior — minimizing the risk of synthesizing unsupported structures (or erasing real ones). Built for metrology, not for pretty pictures.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257800"/>
            <a:ext cx="28803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Proof: flat-region hallucination penalty + worst-patch SSIM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81344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A6470"/>
                </a:solidFill>
                <a:latin typeface="Segoe UI"/>
              </a:rPr>
              <a:t>Also engineered in: fixed-scale no-clip input with log1p homomorphic channel · LODO OOD validation protocol · worst-patch quality metrics · benchmark-hardened eval 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Results — measured, not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Every number on this slide is produced by our own evaluation harness on held-out splits. No estimates.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6 /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675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3000"/>
                <a:gridCol w="1143000"/>
                <a:gridCol w="1143000"/>
                <a:gridCol w="114300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Validation split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pSNR ↑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SSIM ↑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LPIPS ↓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Edge-SSIM ↑</a:t>
                      </a:r>
                    </a:p>
                  </a:txBody>
                  <a:tcPr marL="54864" marR="54864" marT="27432" marB="27432" anchor="ctr">
                    <a:solidFill>
                      <a:srgbClr val="1229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E3741"/>
                          </a:solidFill>
                          <a:latin typeface="Segoe UI"/>
                        </a:rPr>
                        <a:t>In-distribution 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E3741"/>
                          </a:solidFill>
                          <a:latin typeface="Segoe UI"/>
                        </a:rPr>
                        <a:t>LODO — unseen degradations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E3741"/>
                          </a:solidFill>
                          <a:latin typeface="Segoe UI"/>
                        </a:rPr>
                        <a:t>Worst-10% patches (64²)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AFB9C4"/>
                          </a:solidFill>
                          <a:latin typeface="Segoe UI"/>
                        </a:rPr>
                        <a:t>pending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Populated after the Day-4 training gate. Extended tables add edge-region pSNR and flat-region hallucination penalty.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71600"/>
            <a:ext cx="4187952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1481328"/>
            <a:ext cx="50292" cy="179222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8" y="1463040"/>
            <a:ext cx="3822191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Measurement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55648"/>
            <a:ext cx="3749039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Timing: FP16, 10-iter warmup, CUDA-sync, median of ≥100 runs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LODO split = degradation corners excluded from training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Worst-patch: 64×64 windows, stride 32 — no hiding blur behind global averages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E3741"/>
                </a:solidFill>
                <a:latin typeface="Segoe UI"/>
              </a:rPr>
              <a:t>•  Same script KLA will run (eval.py), same machine class (H100)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image panel after Day-4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Degraded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noisy · low-res 256 × 256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59352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70248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image panel after Day-4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DRISHTI-Net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restored 512 × 512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60920" y="4526280"/>
            <a:ext cx="274320" cy="274320"/>
          </a:xfrm>
          <a:prstGeom prst="rightArrow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71816" y="3703320"/>
            <a:ext cx="3017520" cy="1874519"/>
          </a:xfrm>
          <a:prstGeom prst="roundRect">
            <a:avLst/>
          </a:prstGeom>
          <a:solidFill>
            <a:srgbClr val="E9EEF4"/>
          </a:solidFill>
          <a:ln w="12700">
            <a:solidFill>
              <a:srgbClr val="AFB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71816" y="44348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AFB9C4"/>
                </a:solidFill>
                <a:latin typeface="Segoe UI"/>
              </a:rPr>
              <a:t>image panel after Day-4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56327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Ground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6" y="588873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clean · full-res 512 × 512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236208"/>
            <a:ext cx="10515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1">
                <a:solidFill>
                  <a:srgbClr val="5A6470"/>
                </a:solidFill>
                <a:latin typeface="Segoe UI"/>
              </a:rPr>
              <a:t>Panels and the degradation-estimate demo (model reading σ-speckle / blur / kernel off a real input) are inserted straight from eval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Technology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Small model, standard stack, reproducible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1663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Stack &amp;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965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PyTorch 2.x, bf16 mixed-precision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1800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Data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5458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OpenCV + NumPy, on-the-fly synthetic pairs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5292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Model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88950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≈ 3.5 M params, ~14 MB fp32 (measured at build)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7852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424428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single pass, FP16; ONNX → TensorRT export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959352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pending timing harness — median ≥100 runs on GPU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57700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Training HW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94276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[ our GPU / Colab / cloud — fill in 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92624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Eval 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029200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zero-edit CLI; auto CUDA→CPU; dtype-preserving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27548"/>
            <a:ext cx="1691640" cy="384048"/>
          </a:xfrm>
          <a:prstGeom prst="round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122942"/>
                </a:solidFill>
                <a:latin typeface="Segoe UI"/>
              </a:rPr>
              <a:t>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5564124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requirements.txt · fresh-clone run gate before submit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25880"/>
            <a:ext cx="53766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1417320"/>
            <a:ext cx="50109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Why this is feasible — and disciplined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83080"/>
            <a:ext cx="498348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~3.5 M-param CNN trains in hours, not days — full experiment ladder fits the schedule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Ladder discipline: M0 baseline → M1 engine → M2 conditioning → M3 losses → M4 defect-weighting → M5 hardening; each step must beat the last or it is cut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128²-px training crops, EMA, cosine LR — converges on a single mid-range GPU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•  Fall-back safety: eval.py runs on CPU if CUDA is absent on the scoring machine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4983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Execution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data audit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5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88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engine + scaffold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5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M0–M2 train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loss ablations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LODO + OOD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4984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497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speed + eval.py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81360" y="4343400"/>
            <a:ext cx="658368" cy="310896"/>
          </a:xfrm>
          <a:prstGeom prst="round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6496" y="4681728"/>
            <a:ext cx="78638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 i="0">
                <a:solidFill>
                  <a:srgbClr val="5A6470"/>
                </a:solidFill>
                <a:latin typeface="Segoe UI"/>
              </a:rPr>
              <a:t>deck + repo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349240"/>
            <a:ext cx="49834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Hard vetoes: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diffusion · MoE/hard routing · Mamba · gradient-TTA · clipping normalization · BatchNorm · any unmeasured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GitHub repository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A reviewer clones the repo and runs inference without contacting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989320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" y="1435607"/>
            <a:ext cx="50292" cy="4581144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562355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Repository — github.com/[team]/drishti-net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48640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models/           # DRISHTI-Net architecture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data/             # degradation engine + loaders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losses/           # FabLoss (DW-Charb, MS-SSIM, Sobel, FFT)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utils/            # metric suite, LODO splits, timing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evaluate.py       # MANDATORY: zero-edit CLI inference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train.py          # full ladder: M0 → M5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weights/          # final checkpoint (Git-LFS / HF link)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outputs/          # our restored images on the test set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├── requirements.txt  # exact pip freeze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E3741"/>
                </a:solidFill>
                <a:latin typeface="Consolas"/>
              </a:rPr>
              <a:t>└── README.md         # one-command setup and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5486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Repo checklist:  </a:t>
            </a:r>
            <a:r>
              <a:rPr sz="950" b="0" i="0">
                <a:solidFill>
                  <a:srgbClr val="2E3741"/>
                </a:solidFill>
                <a:latin typeface="Segoe UI"/>
              </a:rPr>
              <a:t>README that runs · standalone eval script · training script · downloadable weights · restored outputs · pinned requirements. All six mandated items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25880"/>
            <a:ext cx="4919472" cy="48006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84848" y="1435607"/>
            <a:ext cx="50292" cy="4581144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1417320"/>
            <a:ext cx="455371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22942"/>
                </a:solidFill>
                <a:latin typeface="Segoe UI"/>
              </a:rPr>
              <a:t>Links &amp;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4805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GitHub: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public link — added when repo goes public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Video:  </a:t>
            </a:r>
            <a:r>
              <a:rPr sz="1000" b="0" i="0">
                <a:solidFill>
                  <a:srgbClr val="AFB9C4"/>
                </a:solidFill>
                <a:latin typeface="Segoe UI"/>
              </a:rPr>
              <a:t>[ 90-second screen capture: eval.py restoring a folder in real time 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Weights:  </a:t>
            </a:r>
            <a:r>
              <a:rPr sz="1000" b="0" i="0">
                <a:solidFill>
                  <a:srgbClr val="2E3741"/>
                </a:solidFill>
                <a:latin typeface="Segoe UI"/>
              </a:rPr>
              <a:t>in-repo (&lt; 100 MB) or Hugging Face mirror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050" b="1" i="0">
                <a:solidFill>
                  <a:srgbClr val="122942"/>
                </a:solidFill>
                <a:latin typeface="Segoe UI"/>
              </a:rPr>
              <a:t>License:  </a:t>
            </a:r>
            <a:r>
              <a:rPr sz="1000" b="0" i="0">
                <a:solidFill>
                  <a:srgbClr val="2E3741"/>
                </a:solidFill>
                <a:latin typeface="Segoe UI"/>
              </a:rPr>
              <a:t>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77639"/>
            <a:ext cx="44805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122942"/>
                </a:solidFill>
                <a:latin typeface="Segoe UI"/>
              </a:rPr>
              <a:t>The demo video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15968"/>
            <a:ext cx="44805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1.  fresh clone → pip install → single command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2.  degraded folder in → restored folder out, with per-image latency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3.  side-by-side panels + the model's own degradation read-out (σ-speckle, blur, kernel)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2E3741"/>
                </a:solidFill>
                <a:latin typeface="Segoe UI"/>
              </a:rPr>
              <a:t>4.  the LODO table proving OOD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 i="0">
                <a:solidFill>
                  <a:srgbClr val="122942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1">
                <a:solidFill>
                  <a:srgbClr val="5A6470"/>
                </a:solidFill>
                <a:latin typeface="Segoe UI"/>
              </a:rPr>
              <a:t>Papers and tools this design builds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960120" cy="45720"/>
          </a:xfrm>
          <a:prstGeom prst="rect">
            <a:avLst/>
          </a:prstGeom>
          <a:solidFill>
            <a:srgbClr val="E0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DRISHTI-Net  ·  KLA i4C Hackathon  ·  PS01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502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AFB9C4"/>
                </a:solidFill>
                <a:latin typeface="Segoe UI"/>
              </a:rPr>
              <a:t>9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1.  Chen et al. — “NAFNet: Nonlinear Activation Free Network for Image Restoration”, ECCV 2022. (backbone)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2.  Perez et al. — “FiLM: Visual Reasoning with a General Conditioning Layer”, AAAI 2018. (degradation conditioning)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3.  Wang et al. — “Real-ESRGAN: Training Real-World Blind Super-Resolution with Pure Synthetic Data”, ICCVW 2021. (degradation randomization)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4.  Jiang et al. — “Focal Frequency Loss for Image Reconstruction and Synthesis”, ICCV 2021. (FFT loss term)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5.  Wang et al. — “Multiscale Structural Similarity for Image Quality Assessment”, 2003. (MS-SSIM)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7.  Zhang et al. — “LPIPS: The Unreasonable Effectiveness of Deep Features as a Perceptual Metric”, CVPR 2018. (metric)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8.  Zamir et al. — “Restormer: Efficient Transformer for Image Restoration”, CVPR 2022. (comparison baseline)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9.  Liang et al. — “SwinIR: Image Restoration Using Swin Transformer”, ICCVW 2021. (comparison baseline)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10.  Yoo et al. — “CutBlur: Re-thinking Data Augmentation for Low-Level Vision”, CVPRW 2020. (anti-hallucination aug)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11.  Charbonnier et al. — “Deterministic Edge-Preserving Regularization in Computed Imaging”, 1997. (robust pixel loss)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000" b="0" i="0">
                <a:solidFill>
                  <a:srgbClr val="2E3741"/>
                </a:solidFill>
                <a:latin typeface="Segoe UI"/>
              </a:rPr>
              <a:t>12.  KLA / i4C — PS01 problem brief: data notes, out-of-range speckle behaviour, OOD test set, H100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091672" cy="502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2942"/>
                </a:solidFill>
                <a:latin typeface="Segoe UI"/>
              </a:rPr>
              <a:t>Tools:  </a:t>
            </a:r>
            <a:r>
              <a:rPr sz="1000" b="0" i="0">
                <a:solidFill>
                  <a:srgbClr val="2E3741"/>
                </a:solidFill>
                <a:latin typeface="Segoe UI"/>
              </a:rPr>
              <a:t>PyTorch 2.x · OpenCV · NumPy · pytorch-msssim · lpips · ONNX Runtime / TensorRT · Albumentations-free (custom engine by design).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